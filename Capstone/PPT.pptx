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0" r:id="rId8"/>
    <p:sldId id="268" r:id="rId9"/>
    <p:sldId id="271" r:id="rId10"/>
    <p:sldId id="269" r:id="rId11"/>
    <p:sldId id="264" r:id="rId12"/>
    <p:sldId id="265" r:id="rId13"/>
    <p:sldId id="266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0090" y="429894"/>
            <a:ext cx="5376545" cy="91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9742" y="1754564"/>
            <a:ext cx="11232514" cy="441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0" y="381000"/>
            <a:ext cx="7239000" cy="111442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000" y="2106648"/>
            <a:ext cx="10913428" cy="10988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56585" marR="5080" indent="-3144520" algn="l">
              <a:lnSpc>
                <a:spcPct val="100899"/>
              </a:lnSpc>
              <a:spcBef>
                <a:spcPts val="90"/>
              </a:spcBef>
            </a:pPr>
            <a:r>
              <a:rPr lang="en-US" sz="3600" dirty="0"/>
              <a:t>Smart Compiler with AI-Based Syntax Error Detection and Auto Correction</a:t>
            </a:r>
            <a:endParaRPr sz="3350" dirty="0"/>
          </a:p>
        </p:txBody>
      </p:sp>
      <p:sp>
        <p:nvSpPr>
          <p:cNvPr id="4" name="object 4"/>
          <p:cNvSpPr txBox="1"/>
          <p:nvPr/>
        </p:nvSpPr>
        <p:spPr>
          <a:xfrm>
            <a:off x="4191000" y="3479017"/>
            <a:ext cx="6184583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imes New Roman"/>
                <a:cs typeface="Times New Roman"/>
              </a:rPr>
              <a:t>CSA</a:t>
            </a:r>
            <a:r>
              <a:rPr lang="en-US" sz="2150" b="1" dirty="0">
                <a:latin typeface="Times New Roman"/>
                <a:cs typeface="Times New Roman"/>
              </a:rPr>
              <a:t>1403 </a:t>
            </a:r>
            <a:r>
              <a:rPr lang="en-IN" sz="2150" b="1" dirty="0">
                <a:latin typeface="Times New Roman"/>
                <a:cs typeface="Times New Roman"/>
              </a:rPr>
              <a:t>–</a:t>
            </a:r>
            <a:r>
              <a:rPr lang="en-US" sz="2150" b="1" dirty="0">
                <a:latin typeface="Times New Roman"/>
                <a:cs typeface="Times New Roman"/>
              </a:rPr>
              <a:t> Compiler Design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072" y="4915655"/>
            <a:ext cx="3204845" cy="11747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700" b="1" dirty="0">
                <a:solidFill>
                  <a:srgbClr val="FF0000"/>
                </a:solidFill>
                <a:latin typeface="Times New Roman"/>
                <a:cs typeface="Times New Roman"/>
              </a:rPr>
              <a:t>Supervised</a:t>
            </a:r>
            <a:r>
              <a:rPr sz="27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2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50" b="1" dirty="0">
                <a:latin typeface="Times New Roman"/>
                <a:cs typeface="Times New Roman"/>
              </a:rPr>
              <a:t>Dr</a:t>
            </a:r>
            <a:r>
              <a:rPr lang="en-US" sz="1850" b="1" dirty="0">
                <a:latin typeface="Times New Roman"/>
                <a:cs typeface="Times New Roman"/>
              </a:rPr>
              <a:t>. Michael. G</a:t>
            </a: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850" b="1" dirty="0">
                <a:latin typeface="Times New Roman"/>
                <a:cs typeface="Times New Roman"/>
              </a:rPr>
              <a:t>SIMATS</a:t>
            </a:r>
            <a:r>
              <a:rPr sz="1850" b="1" spc="19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Engineering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1400" y="4748464"/>
            <a:ext cx="4076700" cy="150913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5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185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1850" dirty="0">
              <a:latin typeface="Times New Roman"/>
              <a:cs typeface="Times New Roman"/>
            </a:endParaRPr>
          </a:p>
          <a:p>
            <a:pPr marL="12700" marR="5080">
              <a:lnSpc>
                <a:spcPct val="129400"/>
              </a:lnSpc>
              <a:spcBef>
                <a:spcPts val="55"/>
              </a:spcBef>
            </a:pPr>
            <a:r>
              <a:rPr lang="en-US" sz="1850" b="1" dirty="0">
                <a:latin typeface="Times New Roman"/>
                <a:cs typeface="Times New Roman"/>
              </a:rPr>
              <a:t>SELVA</a:t>
            </a:r>
            <a:r>
              <a:rPr lang="en-US" sz="1850" b="1" spc="204" dirty="0">
                <a:latin typeface="Times New Roman"/>
                <a:cs typeface="Times New Roman"/>
              </a:rPr>
              <a:t> </a:t>
            </a:r>
            <a:r>
              <a:rPr lang="en-US" sz="1850" b="1" dirty="0">
                <a:latin typeface="Times New Roman"/>
                <a:cs typeface="Times New Roman"/>
              </a:rPr>
              <a:t>PRABHU</a:t>
            </a:r>
            <a:r>
              <a:rPr lang="en-US" sz="1850" b="1" spc="110" dirty="0">
                <a:latin typeface="Times New Roman"/>
                <a:cs typeface="Times New Roman"/>
              </a:rPr>
              <a:t> </a:t>
            </a:r>
            <a:r>
              <a:rPr lang="en-US" sz="1850" b="1" spc="-10" dirty="0">
                <a:latin typeface="Times New Roman"/>
                <a:cs typeface="Times New Roman"/>
              </a:rPr>
              <a:t>A K (192421224) </a:t>
            </a:r>
          </a:p>
          <a:p>
            <a:pPr marL="12700" marR="5080">
              <a:lnSpc>
                <a:spcPct val="129400"/>
              </a:lnSpc>
              <a:spcBef>
                <a:spcPts val="55"/>
              </a:spcBef>
            </a:pPr>
            <a:r>
              <a:rPr lang="en-US" sz="1850" b="1" spc="-10" dirty="0">
                <a:latin typeface="Times New Roman"/>
                <a:cs typeface="Times New Roman"/>
              </a:rPr>
              <a:t>K Avinash  (</a:t>
            </a:r>
            <a:r>
              <a:rPr lang="en-IN" b="1" spc="-10" dirty="0">
                <a:latin typeface="Times New Roman"/>
                <a:cs typeface="Times New Roman"/>
              </a:rPr>
              <a:t>192411044</a:t>
            </a:r>
            <a:r>
              <a:rPr lang="en-US" sz="1850" b="1" spc="-10" dirty="0">
                <a:latin typeface="Times New Roman"/>
                <a:cs typeface="Times New Roman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endParaRPr lang="en-IN"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3" name="object 3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5376545" cy="768158"/>
          </a:xfrm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1353820">
              <a:lnSpc>
                <a:spcPct val="100000"/>
              </a:lnSpc>
              <a:spcBef>
                <a:spcPts val="130"/>
              </a:spcBef>
            </a:pPr>
            <a:r>
              <a:rPr lang="en-IN" sz="3600" spc="-10" dirty="0"/>
              <a:t>Introduction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371600" y="1905000"/>
            <a:ext cx="9829483" cy="399494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Compiler provides an intelligent environment for writing,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correcting programming code.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traditional compiler techniques with AI-based error detection for improved code analysis.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syntax errors and provides meaningful explanations to help users understand their mistakes.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correction suggests suitable changes and generates an improved version of the source code.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compiler helps beginners reduce debugging time and improve their programming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3" name="object 3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6246178" cy="768158"/>
          </a:xfrm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PROBLEM</a:t>
            </a:r>
            <a:r>
              <a:rPr lang="en-IN" sz="3600" spc="140" dirty="0"/>
              <a:t> </a:t>
            </a:r>
            <a:r>
              <a:rPr lang="en-IN" sz="3600" spc="-10" dirty="0"/>
              <a:t>STATEMENT</a:t>
            </a:r>
            <a:endParaRPr lang="en-IN"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57325" y="1523365"/>
            <a:ext cx="9563418" cy="4914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compilers mainly display syntax errors without providing detailed explanations or correction suggestions.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may find compiler error messages difficult to understand and identify the exact cause of errors.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locating and correcting multiple syntax errors can increase development and debugging time.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compiler systems generally separate error detection from intelligent code correction.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solution is required to detect syntax errors and provide automatic correction suggestions.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8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Project</a:t>
            </a:r>
            <a:r>
              <a:rPr sz="3600" spc="-25" dirty="0"/>
              <a:t> </a:t>
            </a:r>
            <a:r>
              <a:rPr sz="3600" dirty="0"/>
              <a:t>Scope</a:t>
            </a:r>
            <a:r>
              <a:rPr sz="3600" spc="-30" dirty="0"/>
              <a:t> </a:t>
            </a:r>
            <a:r>
              <a:rPr sz="3600" dirty="0"/>
              <a:t>&amp;</a:t>
            </a:r>
            <a:r>
              <a:rPr sz="3600" spc="-10" dirty="0"/>
              <a:t> Objectives</a:t>
            </a:r>
            <a:endParaRPr sz="3600" dirty="0"/>
          </a:p>
        </p:txBody>
      </p:sp>
      <p:pic>
        <p:nvPicPr>
          <p:cNvPr id="3" name="object 3" descr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4" name="object 4" descr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9674" y="2057400"/>
            <a:ext cx="9477375" cy="4360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compiler that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code and identifies common lexical and syntax errors.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lexical and syntax analysis techniques to validate the structure of the given programming code.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AI-based techniques to understand detected errors and suggest appropriate corrections.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 error messages with error location, description, and recommended correction.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simple interface that helps users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correct, and understand programming errors easily.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25570" y="429894"/>
            <a:ext cx="45199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LITERATURE</a:t>
            </a:r>
            <a:r>
              <a:rPr spc="-125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3" name="object 3" descr="object 4"/>
          <p:cNvGrpSpPr/>
          <p:nvPr/>
        </p:nvGrpSpPr>
        <p:grpSpPr>
          <a:xfrm>
            <a:off x="95250" y="85982"/>
            <a:ext cx="1165859" cy="1114425"/>
            <a:chOff x="152400" y="47625"/>
            <a:chExt cx="1165859" cy="1114425"/>
          </a:xfrm>
        </p:grpSpPr>
        <p:pic>
          <p:nvPicPr>
            <p:cNvPr id="4" name="object 4" descr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59" y="47625"/>
              <a:ext cx="914400" cy="11144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400" y="276225"/>
              <a:ext cx="180975" cy="209550"/>
            </a:xfrm>
            <a:custGeom>
              <a:avLst/>
              <a:gdLst/>
              <a:ahLst/>
              <a:cxnLst/>
              <a:rect l="l" t="t" r="r" b="b"/>
              <a:pathLst>
                <a:path w="180975" h="209550">
                  <a:moveTo>
                    <a:pt x="180975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80975" y="209550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9925" y="47625"/>
            <a:ext cx="1266825" cy="1114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E5A9B-DD43-F24A-13C3-FD55676FBB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1303023"/>
            <a:ext cx="12026900" cy="5468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39925" y="626937"/>
            <a:ext cx="8194674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1: Lexical &amp; Syntax Analysis</a:t>
            </a:r>
            <a:endParaRPr spc="-10" dirty="0"/>
          </a:p>
        </p:txBody>
      </p:sp>
      <p:pic>
        <p:nvPicPr>
          <p:cNvPr id="3" name="object 3" descr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76400" y="2133600"/>
            <a:ext cx="9451976" cy="337489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accepts source code from the user and performs initial code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identifies keywords, identifiers, operators, constants, and special symbols in the code.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 checks whether the tokens follow the rules of the selected programming language.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detects errors such as missing semicolons, brackets, and incorrect statement structures.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errors are displayed with their location and suitable descriptions for further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D3CD2C-B471-6D59-FCCB-04593F7E3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167AB3D-6254-9AA7-D6DF-863482103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226060"/>
            <a:ext cx="8194674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1: Output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3022C7CD-4620-6A79-D986-50764E3F2D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77F36B65-7E08-890D-C757-65FE447FD92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26C37-1D8D-6D53-A025-B7E3F0C18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1533525"/>
            <a:ext cx="8194674" cy="529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1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C5C7BB-D934-4A4A-A9BA-2CB36C99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56DB7D5-F985-F3D8-4285-86D62F10B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663" y="220980"/>
            <a:ext cx="8194674" cy="1398460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2: AI-Based Error Detection &amp; Auto Correction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CDFFCE93-DD04-0BF1-9C59-7A3710A1EA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3FD075FE-F37B-F625-11A8-806FDDCF5B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C9624DE-EE56-0B88-B828-147459595DE9}"/>
              </a:ext>
            </a:extLst>
          </p:cNvPr>
          <p:cNvSpPr txBox="1"/>
          <p:nvPr/>
        </p:nvSpPr>
        <p:spPr>
          <a:xfrm>
            <a:off x="1939925" y="2209800"/>
            <a:ext cx="8575675" cy="42405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detected syntax errors using AI-based techniques for intelligent error understanding.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possible cause of the error and generates a meaningful explanation for the user.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suggests the most appropriate correction based on the surrounding source code.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auto-correction feature generates a corrected version of the code without changing its intended logic.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displays the original code, detected error, suggested correction, and corrected code.</a:t>
            </a:r>
          </a:p>
        </p:txBody>
      </p:sp>
    </p:spTree>
    <p:extLst>
      <p:ext uri="{BB962C8B-B14F-4D97-AF65-F5344CB8AC3E}">
        <p14:creationId xmlns:p14="http://schemas.microsoft.com/office/powerpoint/2010/main" val="52732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8B7104-1593-8496-FACA-CFAF62D0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D7A204F-5DAE-1F6D-5935-BAF7CF65C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8163" y="195580"/>
            <a:ext cx="8194674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2: Output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24722B1E-C8EA-AE16-F792-6AC60D2AD5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568770EF-E6F1-D615-5516-7B7713DE45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410EC9-4974-2209-15D6-A58141986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289002"/>
            <a:ext cx="6705600" cy="537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6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BAEA24-0976-35E2-8EAF-E2823354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EC92A31-4D99-7E47-14F8-FB6FA9046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6400" y="304800"/>
            <a:ext cx="8194674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 algn="ctr">
              <a:lnSpc>
                <a:spcPct val="100000"/>
              </a:lnSpc>
              <a:spcBef>
                <a:spcPts val="130"/>
              </a:spcBef>
            </a:pPr>
            <a:r>
              <a:rPr lang="en-IN" spc="-10" dirty="0"/>
              <a:t>Architecture Diagram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7E8CFB7D-CE4D-2D05-DEF9-0EFACC4C07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9F11A63B-FB7E-AB46-07BB-F3EA237C16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1BDE59-F4F1-2AB1-ECA9-E9741DB1D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33524"/>
            <a:ext cx="1059180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36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136060" y="2209800"/>
            <a:ext cx="10136777" cy="3379387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expected to detect common syntax errors accurately during the compilation process.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suggestions can help users understand programming errors and correct them more effectively.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correction can reduce the time required for manually identifying and fixing simple syntax errors.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provide a beginner-friendly environment for learning programming and debugging code.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can improve the overall efficiency and usability of traditional compiler systems.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139" rIns="0" bIns="0" rtlCol="0">
            <a:spAutoFit/>
          </a:bodyPr>
          <a:lstStyle/>
          <a:p>
            <a:pPr marL="1045210">
              <a:lnSpc>
                <a:spcPct val="100000"/>
              </a:lnSpc>
              <a:spcBef>
                <a:spcPts val="130"/>
              </a:spcBef>
            </a:pPr>
            <a:r>
              <a:rPr dirty="0"/>
              <a:t>Expected</a:t>
            </a:r>
            <a:r>
              <a:rPr spc="-114" dirty="0"/>
              <a:t> </a:t>
            </a:r>
            <a:r>
              <a:rPr spc="-10" dirty="0"/>
              <a:t>Outcomes</a:t>
            </a:r>
          </a:p>
        </p:txBody>
      </p:sp>
      <p:pic>
        <p:nvPicPr>
          <p:cNvPr id="4" name="object 4" descr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5" name="object 5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499085"/>
            <a:ext cx="9220200" cy="4913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Compiler combines conventional compiler techniques with AI-based error detection and correction.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meaningful error information instead of displaying only traditional compiler error messages.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correction helps users quickly identify suitable solutions for common syntax errors.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reduce debugging effort while improving the learning experience for beginner programmers.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Compiler demonstrates how AI can enhance traditional compilation and error-handling processes.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139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 descr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5" name="object 5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23234" y="2522601"/>
            <a:ext cx="4349115" cy="1090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950" b="0" dirty="0">
                <a:latin typeface="Times New Roman"/>
                <a:cs typeface="Times New Roman"/>
              </a:rPr>
              <a:t>Thank</a:t>
            </a:r>
            <a:r>
              <a:rPr sz="6950" b="0" spc="80" dirty="0">
                <a:latin typeface="Times New Roman"/>
                <a:cs typeface="Times New Roman"/>
              </a:rPr>
              <a:t> </a:t>
            </a:r>
            <a:r>
              <a:rPr sz="6950" b="0" spc="-20" dirty="0">
                <a:latin typeface="Times New Roman"/>
                <a:cs typeface="Times New Roman"/>
              </a:rPr>
              <a:t>You!</a:t>
            </a:r>
            <a:endParaRPr sz="6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602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Smart Compiler with AI-Based Syntax Error Detection and Auto Correction</vt:lpstr>
      <vt:lpstr>Introduction</vt:lpstr>
      <vt:lpstr>PROBLEM STATEMENT</vt:lpstr>
      <vt:lpstr>Project Scope &amp; Objectives</vt:lpstr>
      <vt:lpstr>LITERATURE REVIEW</vt:lpstr>
      <vt:lpstr>Module 1: Lexical &amp; Syntax Analysis</vt:lpstr>
      <vt:lpstr>Module 1: Output</vt:lpstr>
      <vt:lpstr>Module 2: AI-Based Error Detection &amp; Auto Correction</vt:lpstr>
      <vt:lpstr>Module 2: Output</vt:lpstr>
      <vt:lpstr>Architecture Diagram</vt:lpstr>
      <vt:lpstr>Expected Outcomes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 K</dc:creator>
  <cp:lastModifiedBy>A K</cp:lastModifiedBy>
  <cp:revision>29</cp:revision>
  <dcterms:created xsi:type="dcterms:W3CDTF">2026-08-05T05:31:35Z</dcterms:created>
  <dcterms:modified xsi:type="dcterms:W3CDTF">2026-09-05T10:58:11Z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2026-08-04T00:00:00Z</vt:filetime>
  </property>
  <property fmtid="{D5CDD505-2E9C-101B-9397-08002B2CF9AE}" pid="4" name="LastSaved">
    <vt:filetime>2026-08-05T00:00:00Z</vt:filetime>
  </property>
</Properties>
</file>